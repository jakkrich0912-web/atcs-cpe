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3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RAG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① BUILD — Prepare dataset (python build_index.py)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463040" cy="914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Knowledge Base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data/animal_facts_qa.txt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Q&amp;A pairs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0240" y="1499616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94560" y="1097280"/>
            <a:ext cx="1463040" cy="914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document_loader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load_qa_file()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7600" y="1499616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31920" y="1097280"/>
            <a:ext cx="1463040" cy="914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text_splitter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build_chunks()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Size: 400, Overlap: 50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94960" y="1499616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0" y="1097280"/>
            <a:ext cx="1463040" cy="914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embedding_model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paraphrase-multilingual-MiniLM-L12-v2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32320" y="1225295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0" y="822960"/>
            <a:ext cx="1463040" cy="6400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vector_store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FAISS index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1773936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1463040" cy="6400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build_bm25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Built in hybrid_retriever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69680" y="1225295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822960"/>
            <a:ext cx="1828800" cy="137160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vector_db/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document.index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bm25_index.pkl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chunk_store.json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286000"/>
            <a:ext cx="1463040" cy="36576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index_meta.py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Save dataset metadata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2414016"/>
            <a:ext cx="27432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1124712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② QUERY — Answer questions (python main.py)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1463040" cy="9144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[INPUT]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User Question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input()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2024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148840" y="3291840"/>
            <a:ext cx="1463040" cy="9144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query_transform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Rewrite • multi • HyDE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(OFF by default)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61188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840480" y="3291840"/>
            <a:ext cx="1645920" cy="91440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[RETRIEVAL]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hybrid_retriever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BM25 + dense → RRF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Top 20 chunks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48640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15000" y="3291840"/>
            <a:ext cx="1463040" cy="9144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rerankers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cross-encoder: 20→3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(OFF by default)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7804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406640" y="3291840"/>
            <a:ext cx="1463040" cy="91440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[CONTEXT]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prompt_templates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format_context()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build_messages()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6968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98280" y="3291840"/>
            <a:ext cx="1463040" cy="91440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[LLM]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generator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Generate answer via LLM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(ollama/openai/gemini)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561320" y="369417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789920" y="3291840"/>
            <a:ext cx="1371600" cy="9144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[OUTPUT]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Answer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Return response +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citations [1] [2]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89120"/>
            <a:ext cx="2286000" cy="45720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memory - last 6 turns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Keep conversation history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14700" y="4399001"/>
            <a:ext cx="2286000" cy="4572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main.py loads index_meta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Check dataset &amp; build new index if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37760"/>
            <a:ext cx="1124712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③ EVALUATION — Measure and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86400"/>
            <a:ext cx="1463040" cy="10058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golden_set.json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60 questions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140 answers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920240" y="568299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1920240" y="618591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148840" y="5532120"/>
            <a:ext cx="1463040" cy="4114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eval_retrieval.py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611880" y="568299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840480" y="5532120"/>
            <a:ext cx="1828800" cy="41148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Retrieval Report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outputs/eval_retrieval.json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669280" y="568299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897880" y="5532120"/>
            <a:ext cx="1645920" cy="41148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metrics.py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Hit@k / MRR / nDCG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48840" y="6035040"/>
            <a:ext cx="1463040" cy="4114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eval_generation.py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611880" y="618591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840480" y="6035040"/>
            <a:ext cx="1828800" cy="41148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Generation Report</a:t>
            </a:r>
          </a:p>
          <a:p>
            <a:pPr algn="ctr">
              <a:defRPr sz="900">
                <a:solidFill>
                  <a:srgbClr val="000000"/>
                </a:solidFill>
              </a:defRPr>
            </a:pPr>
            <a:r>
              <a:t>outputs/eval_generation.json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669280" y="6185916"/>
            <a:ext cx="22860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897880" y="6035040"/>
            <a:ext cx="1645920" cy="41148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Compare Configs</a:t>
            </a:r>
          </a:p>
          <a:p>
            <a:pPr algn="ctr">
              <a:defRPr sz="1000">
                <a:solidFill>
                  <a:srgbClr val="000000"/>
                </a:solidFill>
              </a:defRPr>
            </a:pPr>
            <a:r>
              <a:t>(dense/bm25/hybrid)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LEGEND (Configurable Flags in config.py):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486400"/>
            <a:ext cx="1188720" cy="36576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Always 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0" y="5486400"/>
            <a:ext cx="1280160" cy="3657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Configurable (ON)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07040" y="5486400"/>
            <a:ext cx="1280160" cy="3657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32C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Disabled by default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6035040"/>
            <a:ext cx="1188720" cy="3657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Data / Resources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6035040"/>
            <a:ext cx="1280160" cy="36576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Outputs /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 Workflow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1. Input</a:t>
            </a:r>
          </a:p>
          <a:p>
            <a:pPr lvl="1">
              <a:defRPr sz="1400"/>
            </a:pPr>
            <a:r>
              <a:t>User inputs a question via the terminal prompt in main.py.</a:t>
            </a:r>
          </a:p>
          <a:p>
            <a:pPr lvl="1">
              <a:defRPr sz="1400"/>
            </a:pPr>
            <a:r>
              <a:t>The query is normalized and transformed (if enabled) via query_transform.py.</a:t>
            </a:r>
          </a:p>
          <a:p>
            <a:pPr>
              <a:defRPr sz="1600" b="1"/>
            </a:pPr>
            <a:r>
              <a:t>2. Retrieval</a:t>
            </a:r>
          </a:p>
          <a:p>
            <a:pPr lvl="1">
              <a:defRPr sz="1400"/>
            </a:pPr>
            <a:r>
              <a:t>Queries are sent to HybridRetriever to search the indexed chunks (FAISS + BM25).</a:t>
            </a:r>
          </a:p>
          <a:p>
            <a:pPr>
              <a:defRPr sz="1600" b="1"/>
            </a:pPr>
            <a:r>
              <a:t>3. Context</a:t>
            </a:r>
          </a:p>
          <a:p>
            <a:pPr lvl="1">
              <a:defRPr sz="1400"/>
            </a:pPr>
            <a:r>
              <a:t>The top retrieved chunks are formatted into numbered references by prompt_templates.py.</a:t>
            </a:r>
          </a:p>
          <a:p>
            <a:pPr>
              <a:defRPr sz="1600" b="1"/>
            </a:pPr>
            <a:r>
              <a:t>4. LLM</a:t>
            </a:r>
          </a:p>
          <a:p>
            <a:pPr lvl="1">
              <a:defRPr sz="1400"/>
            </a:pPr>
            <a:r>
              <a:t>The constructed prompt is sent to the LLM (Ollama, OpenAI, or Gemini) via generator.py.</a:t>
            </a:r>
          </a:p>
          <a:p>
            <a:pPr>
              <a:defRPr sz="1600" b="1"/>
            </a:pPr>
            <a:r>
              <a:t>5. Output</a:t>
            </a:r>
          </a:p>
          <a:p>
            <a:pPr lvl="1">
              <a:defRPr sz="1400"/>
            </a:pPr>
            <a:r>
              <a:t>The system appends a disclaimer, caches the conversation, and returns the response.</a:t>
            </a:r>
          </a:p>
          <a:p>
            <a:pPr>
              <a:defRPr sz="1600" b="1"/>
            </a:pPr>
            <a:r>
              <a:t>6. Evaluation (New)</a:t>
            </a:r>
          </a:p>
          <a:p>
            <a:pPr lvl="1">
              <a:defRPr sz="1400"/>
            </a:pPr>
            <a:r>
              <a:t>Uses a golden_set.json to measure retrieval accuracy (Hit@k, MRR) and generation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448</Words>
  <Application>Microsoft Office PowerPoint</Application>
  <PresentationFormat>แบบจอกว้าง</PresentationFormat>
  <Paragraphs>86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งานนำเสนอ PowerPoint</vt:lpstr>
      <vt:lpstr>RAG System Workflow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Jirapa KM</cp:lastModifiedBy>
  <cp:revision>2</cp:revision>
  <dcterms:created xsi:type="dcterms:W3CDTF">2013-01-27T09:14:16Z</dcterms:created>
  <dcterms:modified xsi:type="dcterms:W3CDTF">2026-08-18T17:52:18Z</dcterms:modified>
  <cp:category/>
</cp:coreProperties>
</file>